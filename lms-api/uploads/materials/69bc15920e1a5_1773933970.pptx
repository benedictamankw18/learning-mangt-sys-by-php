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F8EE18-2480-4BED-B0DC-FEAB64D1C90D}" v="1" dt="2026-01-15T03:57:16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aaa" userId="25813bec316e2629" providerId="LiveId" clId="{6C6DF66A-B06C-412F-AF7C-97C654FBBF2D}"/>
    <pc:docChg chg="undo custSel modSld">
      <pc:chgData name="ben aaa" userId="25813bec316e2629" providerId="LiveId" clId="{6C6DF66A-B06C-412F-AF7C-97C654FBBF2D}" dt="2026-01-15T03:57:16.490" v="24"/>
      <pc:docMkLst>
        <pc:docMk/>
      </pc:docMkLst>
      <pc:sldChg chg="addSp modSp mod modTransition setBg addAnim">
        <pc:chgData name="ben aaa" userId="25813bec316e2629" providerId="LiveId" clId="{6C6DF66A-B06C-412F-AF7C-97C654FBBF2D}" dt="2026-01-15T03:57:16.490" v="24"/>
        <pc:sldMkLst>
          <pc:docMk/>
          <pc:sldMk cId="3255119424" sldId="256"/>
        </pc:sldMkLst>
        <pc:spChg chg="mod">
          <ac:chgData name="ben aaa" userId="25813bec316e2629" providerId="LiveId" clId="{6C6DF66A-B06C-412F-AF7C-97C654FBBF2D}" dt="2026-01-15T03:54:34.858" v="0" actId="26606"/>
          <ac:spMkLst>
            <pc:docMk/>
            <pc:sldMk cId="3255119424" sldId="256"/>
            <ac:spMk id="2" creationId="{4735A80D-34B3-D3A6-1521-BE97965DA4F6}"/>
          </ac:spMkLst>
        </pc:spChg>
        <pc:spChg chg="mod">
          <ac:chgData name="ben aaa" userId="25813bec316e2629" providerId="LiveId" clId="{6C6DF66A-B06C-412F-AF7C-97C654FBBF2D}" dt="2026-01-15T03:54:34.858" v="0" actId="26606"/>
          <ac:spMkLst>
            <pc:docMk/>
            <pc:sldMk cId="3255119424" sldId="256"/>
            <ac:spMk id="3" creationId="{A25A397E-3991-75D8-99C6-B59D52B54923}"/>
          </ac:spMkLst>
        </pc:spChg>
        <pc:spChg chg="add">
          <ac:chgData name="ben aaa" userId="25813bec316e2629" providerId="LiveId" clId="{6C6DF66A-B06C-412F-AF7C-97C654FBBF2D}" dt="2026-01-15T03:54:34.858" v="0" actId="26606"/>
          <ac:spMkLst>
            <pc:docMk/>
            <pc:sldMk cId="3255119424" sldId="256"/>
            <ac:spMk id="10" creationId="{19D32F93-50AC-4C46-A5DB-291C60DDB7BD}"/>
          </ac:spMkLst>
        </pc:spChg>
        <pc:spChg chg="add">
          <ac:chgData name="ben aaa" userId="25813bec316e2629" providerId="LiveId" clId="{6C6DF66A-B06C-412F-AF7C-97C654FBBF2D}" dt="2026-01-15T03:54:34.858" v="0" actId="26606"/>
          <ac:spMkLst>
            <pc:docMk/>
            <pc:sldMk cId="3255119424" sldId="256"/>
            <ac:spMk id="12" creationId="{827DC2C4-B485-428A-BF4A-472D2967F47F}"/>
          </ac:spMkLst>
        </pc:spChg>
        <pc:spChg chg="add">
          <ac:chgData name="ben aaa" userId="25813bec316e2629" providerId="LiveId" clId="{6C6DF66A-B06C-412F-AF7C-97C654FBBF2D}" dt="2026-01-15T03:54:34.858" v="0" actId="26606"/>
          <ac:spMkLst>
            <pc:docMk/>
            <pc:sldMk cId="3255119424" sldId="256"/>
            <ac:spMk id="14" creationId="{EE04B5EB-F158-4507-90DD-BD23620C7CC9}"/>
          </ac:spMkLst>
        </pc:spChg>
        <pc:picChg chg="add">
          <ac:chgData name="ben aaa" userId="25813bec316e2629" providerId="LiveId" clId="{6C6DF66A-B06C-412F-AF7C-97C654FBBF2D}" dt="2026-01-15T03:54:34.858" v="0" actId="26606"/>
          <ac:picMkLst>
            <pc:docMk/>
            <pc:sldMk cId="3255119424" sldId="256"/>
            <ac:picMk id="7" creationId="{9CFDAE90-52F4-DB18-68BA-DC379DD74E5C}"/>
          </ac:picMkLst>
        </pc:pic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1442489950" sldId="257"/>
        </pc:sldMkLst>
        <pc:spChg chg="mod">
          <ac:chgData name="ben aaa" userId="25813bec316e2629" providerId="LiveId" clId="{6C6DF66A-B06C-412F-AF7C-97C654FBBF2D}" dt="2026-01-15T03:54:46.164" v="3" actId="26606"/>
          <ac:spMkLst>
            <pc:docMk/>
            <pc:sldMk cId="1442489950" sldId="257"/>
            <ac:spMk id="2" creationId="{15F69435-AC60-7CAF-B068-E2FA8FE0C732}"/>
          </ac:spMkLst>
        </pc:spChg>
        <pc:spChg chg="add">
          <ac:chgData name="ben aaa" userId="25813bec316e2629" providerId="LiveId" clId="{6C6DF66A-B06C-412F-AF7C-97C654FBBF2D}" dt="2026-01-15T03:54:46.164" v="3" actId="26606"/>
          <ac:spMkLst>
            <pc:docMk/>
            <pc:sldMk cId="1442489950" sldId="257"/>
            <ac:spMk id="7" creationId="{4E1BEB12-92AF-4445-98AD-4C7756E7C93B}"/>
          </ac:spMkLst>
        </pc:spChg>
        <pc:spChg chg="add">
          <ac:chgData name="ben aaa" userId="25813bec316e2629" providerId="LiveId" clId="{6C6DF66A-B06C-412F-AF7C-97C654FBBF2D}" dt="2026-01-15T03:54:46.164" v="3" actId="26606"/>
          <ac:spMkLst>
            <pc:docMk/>
            <pc:sldMk cId="1442489950" sldId="257"/>
            <ac:spMk id="9" creationId="{D0522C2C-7B5C-48A7-A969-03941E5D2E76}"/>
          </ac:spMkLst>
        </pc:spChg>
        <pc:spChg chg="add">
          <ac:chgData name="ben aaa" userId="25813bec316e2629" providerId="LiveId" clId="{6C6DF66A-B06C-412F-AF7C-97C654FBBF2D}" dt="2026-01-15T03:54:46.164" v="3" actId="26606"/>
          <ac:spMkLst>
            <pc:docMk/>
            <pc:sldMk cId="1442489950" sldId="257"/>
            <ac:spMk id="11" creationId="{9C682A1A-5B2D-4111-BBD6-620165633E5B}"/>
          </ac:spMkLst>
        </pc:spChg>
        <pc:spChg chg="add">
          <ac:chgData name="ben aaa" userId="25813bec316e2629" providerId="LiveId" clId="{6C6DF66A-B06C-412F-AF7C-97C654FBBF2D}" dt="2026-01-15T03:54:46.164" v="3" actId="26606"/>
          <ac:spMkLst>
            <pc:docMk/>
            <pc:sldMk cId="1442489950" sldId="257"/>
            <ac:spMk id="13" creationId="{D6EE29F2-D77F-4BD0-A20B-334D316A1C9D}"/>
          </ac:spMkLst>
        </pc:spChg>
        <pc:spChg chg="add">
          <ac:chgData name="ben aaa" userId="25813bec316e2629" providerId="LiveId" clId="{6C6DF66A-B06C-412F-AF7C-97C654FBBF2D}" dt="2026-01-15T03:54:46.164" v="3" actId="26606"/>
          <ac:spMkLst>
            <pc:docMk/>
            <pc:sldMk cId="1442489950" sldId="257"/>
            <ac:spMk id="15" creationId="{22D09ED2-868F-42C6-866E-F92E0CEF314F}"/>
          </ac:spMkLst>
        </pc:sp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710249160" sldId="258"/>
        </pc:sldMkLst>
        <pc:spChg chg="mod">
          <ac:chgData name="ben aaa" userId="25813bec316e2629" providerId="LiveId" clId="{6C6DF66A-B06C-412F-AF7C-97C654FBBF2D}" dt="2026-01-15T03:54:56.359" v="4" actId="26606"/>
          <ac:spMkLst>
            <pc:docMk/>
            <pc:sldMk cId="710249160" sldId="258"/>
            <ac:spMk id="2" creationId="{BF75702E-F5AD-6E60-59E7-2BAE1B228E7D}"/>
          </ac:spMkLst>
        </pc:spChg>
        <pc:spChg chg="mod">
          <ac:chgData name="ben aaa" userId="25813bec316e2629" providerId="LiveId" clId="{6C6DF66A-B06C-412F-AF7C-97C654FBBF2D}" dt="2026-01-15T03:54:56.359" v="4" actId="26606"/>
          <ac:spMkLst>
            <pc:docMk/>
            <pc:sldMk cId="710249160" sldId="258"/>
            <ac:spMk id="3" creationId="{5B47F666-3BC4-A29A-432B-85F33F40EC7D}"/>
          </ac:spMkLst>
        </pc:spChg>
        <pc:spChg chg="add">
          <ac:chgData name="ben aaa" userId="25813bec316e2629" providerId="LiveId" clId="{6C6DF66A-B06C-412F-AF7C-97C654FBBF2D}" dt="2026-01-15T03:54:56.359" v="4" actId="26606"/>
          <ac:spMkLst>
            <pc:docMk/>
            <pc:sldMk cId="710249160" sldId="258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4:56.359" v="4" actId="26606"/>
          <ac:spMkLst>
            <pc:docMk/>
            <pc:sldMk cId="710249160" sldId="258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4:56.359" v="4" actId="26606"/>
          <ac:spMkLst>
            <pc:docMk/>
            <pc:sldMk cId="710249160" sldId="258"/>
            <ac:spMk id="12" creationId="{7F488E8B-4E1E-4402-8935-D4E6C02615C7}"/>
          </ac:spMkLst>
        </pc:sp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3663332438" sldId="259"/>
        </pc:sldMkLst>
        <pc:spChg chg="mod">
          <ac:chgData name="ben aaa" userId="25813bec316e2629" providerId="LiveId" clId="{6C6DF66A-B06C-412F-AF7C-97C654FBBF2D}" dt="2026-01-15T03:55:02.068" v="5" actId="26606"/>
          <ac:spMkLst>
            <pc:docMk/>
            <pc:sldMk cId="3663332438" sldId="259"/>
            <ac:spMk id="2" creationId="{6EC2DFD3-B492-F04C-ECDB-69E05BAD3E8D}"/>
          </ac:spMkLst>
        </pc:spChg>
        <pc:spChg chg="mod">
          <ac:chgData name="ben aaa" userId="25813bec316e2629" providerId="LiveId" clId="{6C6DF66A-B06C-412F-AF7C-97C654FBBF2D}" dt="2026-01-15T03:55:02.068" v="5" actId="26606"/>
          <ac:spMkLst>
            <pc:docMk/>
            <pc:sldMk cId="3663332438" sldId="259"/>
            <ac:spMk id="3" creationId="{36970424-EC50-3C3C-2FB6-5876B4069D50}"/>
          </ac:spMkLst>
        </pc:spChg>
        <pc:spChg chg="add">
          <ac:chgData name="ben aaa" userId="25813bec316e2629" providerId="LiveId" clId="{6C6DF66A-B06C-412F-AF7C-97C654FBBF2D}" dt="2026-01-15T03:55:02.068" v="5" actId="26606"/>
          <ac:spMkLst>
            <pc:docMk/>
            <pc:sldMk cId="3663332438" sldId="259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5:02.068" v="5" actId="26606"/>
          <ac:spMkLst>
            <pc:docMk/>
            <pc:sldMk cId="3663332438" sldId="259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5:02.068" v="5" actId="26606"/>
          <ac:spMkLst>
            <pc:docMk/>
            <pc:sldMk cId="3663332438" sldId="259"/>
            <ac:spMk id="12" creationId="{7F488E8B-4E1E-4402-8935-D4E6C02615C7}"/>
          </ac:spMkLst>
        </pc:spChg>
        <pc:cxnChg chg="add">
          <ac:chgData name="ben aaa" userId="25813bec316e2629" providerId="LiveId" clId="{6C6DF66A-B06C-412F-AF7C-97C654FBBF2D}" dt="2026-01-15T03:55:02.068" v="5" actId="26606"/>
          <ac:cxnSpMkLst>
            <pc:docMk/>
            <pc:sldMk cId="3663332438" sldId="259"/>
            <ac:cxnSpMk id="14" creationId="{23AAC9B5-8015-485C-ACF9-A750390E9A56}"/>
          </ac:cxnSpMkLst>
        </pc:cxn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2286149032" sldId="260"/>
        </pc:sldMkLst>
        <pc:spChg chg="mod">
          <ac:chgData name="ben aaa" userId="25813bec316e2629" providerId="LiveId" clId="{6C6DF66A-B06C-412F-AF7C-97C654FBBF2D}" dt="2026-01-15T03:55:12.748" v="6" actId="26606"/>
          <ac:spMkLst>
            <pc:docMk/>
            <pc:sldMk cId="2286149032" sldId="260"/>
            <ac:spMk id="2" creationId="{B90C271F-39A6-67BF-8FAB-839CFFBFF671}"/>
          </ac:spMkLst>
        </pc:spChg>
        <pc:spChg chg="mod">
          <ac:chgData name="ben aaa" userId="25813bec316e2629" providerId="LiveId" clId="{6C6DF66A-B06C-412F-AF7C-97C654FBBF2D}" dt="2026-01-15T03:55:12.748" v="6" actId="26606"/>
          <ac:spMkLst>
            <pc:docMk/>
            <pc:sldMk cId="2286149032" sldId="260"/>
            <ac:spMk id="3" creationId="{552D579E-2448-AFB8-9B3E-3B6FD1CF2EE0}"/>
          </ac:spMkLst>
        </pc:spChg>
        <pc:spChg chg="add">
          <ac:chgData name="ben aaa" userId="25813bec316e2629" providerId="LiveId" clId="{6C6DF66A-B06C-412F-AF7C-97C654FBBF2D}" dt="2026-01-15T03:55:12.748" v="6" actId="26606"/>
          <ac:spMkLst>
            <pc:docMk/>
            <pc:sldMk cId="2286149032" sldId="260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5:12.748" v="6" actId="26606"/>
          <ac:spMkLst>
            <pc:docMk/>
            <pc:sldMk cId="2286149032" sldId="260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5:12.748" v="6" actId="26606"/>
          <ac:spMkLst>
            <pc:docMk/>
            <pc:sldMk cId="2286149032" sldId="260"/>
            <ac:spMk id="12" creationId="{7F488E8B-4E1E-4402-8935-D4E6C02615C7}"/>
          </ac:spMkLst>
        </pc:sp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3334491995" sldId="261"/>
        </pc:sldMkLst>
        <pc:spChg chg="mod">
          <ac:chgData name="ben aaa" userId="25813bec316e2629" providerId="LiveId" clId="{6C6DF66A-B06C-412F-AF7C-97C654FBBF2D}" dt="2026-01-15T03:55:18.594" v="7" actId="26606"/>
          <ac:spMkLst>
            <pc:docMk/>
            <pc:sldMk cId="3334491995" sldId="261"/>
            <ac:spMk id="2" creationId="{E4805F52-37C5-6727-A072-63124B357EBF}"/>
          </ac:spMkLst>
        </pc:spChg>
        <pc:spChg chg="mod">
          <ac:chgData name="ben aaa" userId="25813bec316e2629" providerId="LiveId" clId="{6C6DF66A-B06C-412F-AF7C-97C654FBBF2D}" dt="2026-01-15T03:55:18.594" v="7" actId="26606"/>
          <ac:spMkLst>
            <pc:docMk/>
            <pc:sldMk cId="3334491995" sldId="261"/>
            <ac:spMk id="3" creationId="{AFD285EE-46FA-2F17-5361-EEED71B8FF15}"/>
          </ac:spMkLst>
        </pc:spChg>
        <pc:spChg chg="add">
          <ac:chgData name="ben aaa" userId="25813bec316e2629" providerId="LiveId" clId="{6C6DF66A-B06C-412F-AF7C-97C654FBBF2D}" dt="2026-01-15T03:55:18.594" v="7" actId="26606"/>
          <ac:spMkLst>
            <pc:docMk/>
            <pc:sldMk cId="3334491995" sldId="261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5:18.594" v="7" actId="26606"/>
          <ac:spMkLst>
            <pc:docMk/>
            <pc:sldMk cId="3334491995" sldId="261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5:18.594" v="7" actId="26606"/>
          <ac:spMkLst>
            <pc:docMk/>
            <pc:sldMk cId="3334491995" sldId="261"/>
            <ac:spMk id="12" creationId="{7F488E8B-4E1E-4402-8935-D4E6C02615C7}"/>
          </ac:spMkLst>
        </pc:sp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47991074" sldId="262"/>
        </pc:sldMkLst>
        <pc:spChg chg="mod">
          <ac:chgData name="ben aaa" userId="25813bec316e2629" providerId="LiveId" clId="{6C6DF66A-B06C-412F-AF7C-97C654FBBF2D}" dt="2026-01-15T03:55:28.233" v="8" actId="26606"/>
          <ac:spMkLst>
            <pc:docMk/>
            <pc:sldMk cId="47991074" sldId="262"/>
            <ac:spMk id="2" creationId="{B99CD28C-74D0-1D7F-510A-51C656D72354}"/>
          </ac:spMkLst>
        </pc:spChg>
        <pc:spChg chg="mod">
          <ac:chgData name="ben aaa" userId="25813bec316e2629" providerId="LiveId" clId="{6C6DF66A-B06C-412F-AF7C-97C654FBBF2D}" dt="2026-01-15T03:55:28.233" v="8" actId="26606"/>
          <ac:spMkLst>
            <pc:docMk/>
            <pc:sldMk cId="47991074" sldId="262"/>
            <ac:spMk id="3" creationId="{3176203E-0E2B-9E20-2C39-0BFB61C97C1F}"/>
          </ac:spMkLst>
        </pc:spChg>
        <pc:spChg chg="add">
          <ac:chgData name="ben aaa" userId="25813bec316e2629" providerId="LiveId" clId="{6C6DF66A-B06C-412F-AF7C-97C654FBBF2D}" dt="2026-01-15T03:55:28.233" v="8" actId="26606"/>
          <ac:spMkLst>
            <pc:docMk/>
            <pc:sldMk cId="47991074" sldId="262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5:28.233" v="8" actId="26606"/>
          <ac:spMkLst>
            <pc:docMk/>
            <pc:sldMk cId="47991074" sldId="262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5:28.233" v="8" actId="26606"/>
          <ac:spMkLst>
            <pc:docMk/>
            <pc:sldMk cId="47991074" sldId="262"/>
            <ac:spMk id="12" creationId="{7F488E8B-4E1E-4402-8935-D4E6C02615C7}"/>
          </ac:spMkLst>
        </pc:spChg>
        <pc:cxnChg chg="add">
          <ac:chgData name="ben aaa" userId="25813bec316e2629" providerId="LiveId" clId="{6C6DF66A-B06C-412F-AF7C-97C654FBBF2D}" dt="2026-01-15T03:55:28.233" v="8" actId="26606"/>
          <ac:cxnSpMkLst>
            <pc:docMk/>
            <pc:sldMk cId="47991074" sldId="262"/>
            <ac:cxnSpMk id="14" creationId="{23AAC9B5-8015-485C-ACF9-A750390E9A56}"/>
          </ac:cxnSpMkLst>
        </pc:cxn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1310660942" sldId="263"/>
        </pc:sldMkLst>
        <pc:spChg chg="mod">
          <ac:chgData name="ben aaa" userId="25813bec316e2629" providerId="LiveId" clId="{6C6DF66A-B06C-412F-AF7C-97C654FBBF2D}" dt="2026-01-15T03:55:37.843" v="9" actId="26606"/>
          <ac:spMkLst>
            <pc:docMk/>
            <pc:sldMk cId="1310660942" sldId="263"/>
            <ac:spMk id="2" creationId="{EDA9F4A5-E3FE-4B15-64AA-5CD8CB1AB2F2}"/>
          </ac:spMkLst>
        </pc:spChg>
        <pc:spChg chg="mod">
          <ac:chgData name="ben aaa" userId="25813bec316e2629" providerId="LiveId" clId="{6C6DF66A-B06C-412F-AF7C-97C654FBBF2D}" dt="2026-01-15T03:55:37.843" v="9" actId="26606"/>
          <ac:spMkLst>
            <pc:docMk/>
            <pc:sldMk cId="1310660942" sldId="263"/>
            <ac:spMk id="3" creationId="{75EB1DE9-36C7-5518-59B8-3C424356E1C8}"/>
          </ac:spMkLst>
        </pc:spChg>
        <pc:spChg chg="add">
          <ac:chgData name="ben aaa" userId="25813bec316e2629" providerId="LiveId" clId="{6C6DF66A-B06C-412F-AF7C-97C654FBBF2D}" dt="2026-01-15T03:55:37.843" v="9" actId="26606"/>
          <ac:spMkLst>
            <pc:docMk/>
            <pc:sldMk cId="1310660942" sldId="263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5:37.843" v="9" actId="26606"/>
          <ac:spMkLst>
            <pc:docMk/>
            <pc:sldMk cId="1310660942" sldId="263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5:37.843" v="9" actId="26606"/>
          <ac:spMkLst>
            <pc:docMk/>
            <pc:sldMk cId="1310660942" sldId="263"/>
            <ac:spMk id="12" creationId="{7F488E8B-4E1E-4402-8935-D4E6C02615C7}"/>
          </ac:spMkLst>
        </pc:spChg>
        <pc:cxnChg chg="add">
          <ac:chgData name="ben aaa" userId="25813bec316e2629" providerId="LiveId" clId="{6C6DF66A-B06C-412F-AF7C-97C654FBBF2D}" dt="2026-01-15T03:55:37.843" v="9" actId="26606"/>
          <ac:cxnSpMkLst>
            <pc:docMk/>
            <pc:sldMk cId="1310660942" sldId="263"/>
            <ac:cxnSpMk id="14" creationId="{23AAC9B5-8015-485C-ACF9-A750390E9A56}"/>
          </ac:cxnSpMkLst>
        </pc:cxn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2817540809" sldId="264"/>
        </pc:sldMkLst>
        <pc:spChg chg="mod">
          <ac:chgData name="ben aaa" userId="25813bec316e2629" providerId="LiveId" clId="{6C6DF66A-B06C-412F-AF7C-97C654FBBF2D}" dt="2026-01-15T03:56:04.746" v="11" actId="26606"/>
          <ac:spMkLst>
            <pc:docMk/>
            <pc:sldMk cId="2817540809" sldId="264"/>
            <ac:spMk id="2" creationId="{AB859698-3F39-8F51-423F-85D48FE21616}"/>
          </ac:spMkLst>
        </pc:spChg>
        <pc:spChg chg="mod">
          <ac:chgData name="ben aaa" userId="25813bec316e2629" providerId="LiveId" clId="{6C6DF66A-B06C-412F-AF7C-97C654FBBF2D}" dt="2026-01-15T03:56:04.746" v="11" actId="26606"/>
          <ac:spMkLst>
            <pc:docMk/>
            <pc:sldMk cId="2817540809" sldId="264"/>
            <ac:spMk id="3" creationId="{E2B5BA18-F21A-99B4-E7E0-A01946CAF40D}"/>
          </ac:spMkLst>
        </pc:spChg>
        <pc:spChg chg="add">
          <ac:chgData name="ben aaa" userId="25813bec316e2629" providerId="LiveId" clId="{6C6DF66A-B06C-412F-AF7C-97C654FBBF2D}" dt="2026-01-15T03:56:04.746" v="11" actId="26606"/>
          <ac:spMkLst>
            <pc:docMk/>
            <pc:sldMk cId="2817540809" sldId="264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6:04.746" v="11" actId="26606"/>
          <ac:spMkLst>
            <pc:docMk/>
            <pc:sldMk cId="2817540809" sldId="264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6:04.746" v="11" actId="26606"/>
          <ac:spMkLst>
            <pc:docMk/>
            <pc:sldMk cId="2817540809" sldId="264"/>
            <ac:spMk id="12" creationId="{7F488E8B-4E1E-4402-8935-D4E6C02615C7}"/>
          </ac:spMkLst>
        </pc:spChg>
        <pc:cxnChg chg="add">
          <ac:chgData name="ben aaa" userId="25813bec316e2629" providerId="LiveId" clId="{6C6DF66A-B06C-412F-AF7C-97C654FBBF2D}" dt="2026-01-15T03:56:04.746" v="11" actId="26606"/>
          <ac:cxnSpMkLst>
            <pc:docMk/>
            <pc:sldMk cId="2817540809" sldId="264"/>
            <ac:cxnSpMk id="14" creationId="{23AAC9B5-8015-485C-ACF9-A750390E9A56}"/>
          </ac:cxnSpMkLst>
        </pc:cxn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288747200" sldId="265"/>
        </pc:sldMkLst>
        <pc:spChg chg="mod">
          <ac:chgData name="ben aaa" userId="25813bec316e2629" providerId="LiveId" clId="{6C6DF66A-B06C-412F-AF7C-97C654FBBF2D}" dt="2026-01-15T03:56:10.080" v="12" actId="26606"/>
          <ac:spMkLst>
            <pc:docMk/>
            <pc:sldMk cId="288747200" sldId="265"/>
            <ac:spMk id="2" creationId="{B18CD59E-2CF7-E320-5B0C-E2AB695AC5E6}"/>
          </ac:spMkLst>
        </pc:spChg>
        <pc:spChg chg="mod">
          <ac:chgData name="ben aaa" userId="25813bec316e2629" providerId="LiveId" clId="{6C6DF66A-B06C-412F-AF7C-97C654FBBF2D}" dt="2026-01-15T03:56:10.080" v="12" actId="26606"/>
          <ac:spMkLst>
            <pc:docMk/>
            <pc:sldMk cId="288747200" sldId="265"/>
            <ac:spMk id="3" creationId="{92D4DE1E-36E7-83E4-524B-572676D5DDA4}"/>
          </ac:spMkLst>
        </pc:spChg>
        <pc:spChg chg="add">
          <ac:chgData name="ben aaa" userId="25813bec316e2629" providerId="LiveId" clId="{6C6DF66A-B06C-412F-AF7C-97C654FBBF2D}" dt="2026-01-15T03:56:10.080" v="12" actId="26606"/>
          <ac:spMkLst>
            <pc:docMk/>
            <pc:sldMk cId="288747200" sldId="265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6:10.080" v="12" actId="26606"/>
          <ac:spMkLst>
            <pc:docMk/>
            <pc:sldMk cId="288747200" sldId="265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6:10.080" v="12" actId="26606"/>
          <ac:spMkLst>
            <pc:docMk/>
            <pc:sldMk cId="288747200" sldId="265"/>
            <ac:spMk id="12" creationId="{7F488E8B-4E1E-4402-8935-D4E6C02615C7}"/>
          </ac:spMkLst>
        </pc:spChg>
        <pc:cxnChg chg="add">
          <ac:chgData name="ben aaa" userId="25813bec316e2629" providerId="LiveId" clId="{6C6DF66A-B06C-412F-AF7C-97C654FBBF2D}" dt="2026-01-15T03:56:10.080" v="12" actId="26606"/>
          <ac:cxnSpMkLst>
            <pc:docMk/>
            <pc:sldMk cId="288747200" sldId="265"/>
            <ac:cxnSpMk id="14" creationId="{23AAC9B5-8015-485C-ACF9-A750390E9A56}"/>
          </ac:cxnSpMkLst>
        </pc:cxn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1957263627" sldId="266"/>
        </pc:sldMkLst>
        <pc:spChg chg="mod">
          <ac:chgData name="ben aaa" userId="25813bec316e2629" providerId="LiveId" clId="{6C6DF66A-B06C-412F-AF7C-97C654FBBF2D}" dt="2026-01-15T03:56:16.369" v="13" actId="26606"/>
          <ac:spMkLst>
            <pc:docMk/>
            <pc:sldMk cId="1957263627" sldId="266"/>
            <ac:spMk id="2" creationId="{DD40247B-E49D-5164-7472-ECB188593F03}"/>
          </ac:spMkLst>
        </pc:spChg>
        <pc:spChg chg="mod">
          <ac:chgData name="ben aaa" userId="25813bec316e2629" providerId="LiveId" clId="{6C6DF66A-B06C-412F-AF7C-97C654FBBF2D}" dt="2026-01-15T03:56:16.369" v="13" actId="26606"/>
          <ac:spMkLst>
            <pc:docMk/>
            <pc:sldMk cId="1957263627" sldId="266"/>
            <ac:spMk id="3" creationId="{246E8500-AB2F-1513-6895-AEDD0E4CF011}"/>
          </ac:spMkLst>
        </pc:spChg>
        <pc:spChg chg="add">
          <ac:chgData name="ben aaa" userId="25813bec316e2629" providerId="LiveId" clId="{6C6DF66A-B06C-412F-AF7C-97C654FBBF2D}" dt="2026-01-15T03:56:16.369" v="13" actId="26606"/>
          <ac:spMkLst>
            <pc:docMk/>
            <pc:sldMk cId="1957263627" sldId="266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6:16.369" v="13" actId="26606"/>
          <ac:spMkLst>
            <pc:docMk/>
            <pc:sldMk cId="1957263627" sldId="266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6:16.369" v="13" actId="26606"/>
          <ac:spMkLst>
            <pc:docMk/>
            <pc:sldMk cId="1957263627" sldId="266"/>
            <ac:spMk id="12" creationId="{7F488E8B-4E1E-4402-8935-D4E6C02615C7}"/>
          </ac:spMkLst>
        </pc:spChg>
        <pc:cxnChg chg="add">
          <ac:chgData name="ben aaa" userId="25813bec316e2629" providerId="LiveId" clId="{6C6DF66A-B06C-412F-AF7C-97C654FBBF2D}" dt="2026-01-15T03:56:16.369" v="13" actId="26606"/>
          <ac:cxnSpMkLst>
            <pc:docMk/>
            <pc:sldMk cId="1957263627" sldId="266"/>
            <ac:cxnSpMk id="14" creationId="{23AAC9B5-8015-485C-ACF9-A750390E9A56}"/>
          </ac:cxnSpMkLst>
        </pc:cxn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3369212358" sldId="267"/>
        </pc:sldMkLst>
        <pc:spChg chg="mod">
          <ac:chgData name="ben aaa" userId="25813bec316e2629" providerId="LiveId" clId="{6C6DF66A-B06C-412F-AF7C-97C654FBBF2D}" dt="2026-01-15T03:56:25.392" v="14" actId="26606"/>
          <ac:spMkLst>
            <pc:docMk/>
            <pc:sldMk cId="3369212358" sldId="267"/>
            <ac:spMk id="2" creationId="{025E2261-C59F-FDA9-0163-DDD1D6753617}"/>
          </ac:spMkLst>
        </pc:spChg>
        <pc:spChg chg="mod">
          <ac:chgData name="ben aaa" userId="25813bec316e2629" providerId="LiveId" clId="{6C6DF66A-B06C-412F-AF7C-97C654FBBF2D}" dt="2026-01-15T03:56:25.392" v="14" actId="26606"/>
          <ac:spMkLst>
            <pc:docMk/>
            <pc:sldMk cId="3369212358" sldId="267"/>
            <ac:spMk id="3" creationId="{2F2835A0-B691-4D1F-0E44-C5C608D61CB7}"/>
          </ac:spMkLst>
        </pc:spChg>
        <pc:spChg chg="add">
          <ac:chgData name="ben aaa" userId="25813bec316e2629" providerId="LiveId" clId="{6C6DF66A-B06C-412F-AF7C-97C654FBBF2D}" dt="2026-01-15T03:56:25.392" v="14" actId="26606"/>
          <ac:spMkLst>
            <pc:docMk/>
            <pc:sldMk cId="3369212358" sldId="267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6:25.392" v="14" actId="26606"/>
          <ac:spMkLst>
            <pc:docMk/>
            <pc:sldMk cId="3369212358" sldId="267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6:25.392" v="14" actId="26606"/>
          <ac:spMkLst>
            <pc:docMk/>
            <pc:sldMk cId="3369212358" sldId="267"/>
            <ac:spMk id="12" creationId="{7F488E8B-4E1E-4402-8935-D4E6C02615C7}"/>
          </ac:spMkLst>
        </pc:spChg>
        <pc:cxnChg chg="add">
          <ac:chgData name="ben aaa" userId="25813bec316e2629" providerId="LiveId" clId="{6C6DF66A-B06C-412F-AF7C-97C654FBBF2D}" dt="2026-01-15T03:56:25.392" v="14" actId="26606"/>
          <ac:cxnSpMkLst>
            <pc:docMk/>
            <pc:sldMk cId="3369212358" sldId="267"/>
            <ac:cxnSpMk id="14" creationId="{23AAC9B5-8015-485C-ACF9-A750390E9A56}"/>
          </ac:cxnSpMkLst>
        </pc:cxn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478314882" sldId="268"/>
        </pc:sldMkLst>
        <pc:spChg chg="mod">
          <ac:chgData name="ben aaa" userId="25813bec316e2629" providerId="LiveId" clId="{6C6DF66A-B06C-412F-AF7C-97C654FBBF2D}" dt="2026-01-15T03:56:30.755" v="15" actId="26606"/>
          <ac:spMkLst>
            <pc:docMk/>
            <pc:sldMk cId="478314882" sldId="268"/>
            <ac:spMk id="2" creationId="{F937167C-E56A-5F72-35C5-E946DBE4E698}"/>
          </ac:spMkLst>
        </pc:spChg>
        <pc:spChg chg="mod">
          <ac:chgData name="ben aaa" userId="25813bec316e2629" providerId="LiveId" clId="{6C6DF66A-B06C-412F-AF7C-97C654FBBF2D}" dt="2026-01-15T03:56:30.755" v="15" actId="26606"/>
          <ac:spMkLst>
            <pc:docMk/>
            <pc:sldMk cId="478314882" sldId="268"/>
            <ac:spMk id="3" creationId="{4A7511DF-D18D-070B-6E47-E5E38CE30116}"/>
          </ac:spMkLst>
        </pc:spChg>
        <pc:spChg chg="add">
          <ac:chgData name="ben aaa" userId="25813bec316e2629" providerId="LiveId" clId="{6C6DF66A-B06C-412F-AF7C-97C654FBBF2D}" dt="2026-01-15T03:56:30.755" v="15" actId="26606"/>
          <ac:spMkLst>
            <pc:docMk/>
            <pc:sldMk cId="478314882" sldId="268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6:30.755" v="15" actId="26606"/>
          <ac:spMkLst>
            <pc:docMk/>
            <pc:sldMk cId="478314882" sldId="268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6:30.755" v="15" actId="26606"/>
          <ac:spMkLst>
            <pc:docMk/>
            <pc:sldMk cId="478314882" sldId="268"/>
            <ac:spMk id="12" creationId="{7F488E8B-4E1E-4402-8935-D4E6C02615C7}"/>
          </ac:spMkLst>
        </pc:spChg>
        <pc:cxnChg chg="add">
          <ac:chgData name="ben aaa" userId="25813bec316e2629" providerId="LiveId" clId="{6C6DF66A-B06C-412F-AF7C-97C654FBBF2D}" dt="2026-01-15T03:56:30.755" v="15" actId="26606"/>
          <ac:cxnSpMkLst>
            <pc:docMk/>
            <pc:sldMk cId="478314882" sldId="268"/>
            <ac:cxnSpMk id="14" creationId="{23AAC9B5-8015-485C-ACF9-A750390E9A56}"/>
          </ac:cxnSpMkLst>
        </pc:cxn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2513561517" sldId="269"/>
        </pc:sldMkLst>
        <pc:spChg chg="mod">
          <ac:chgData name="ben aaa" userId="25813bec316e2629" providerId="LiveId" clId="{6C6DF66A-B06C-412F-AF7C-97C654FBBF2D}" dt="2026-01-15T03:56:37.078" v="16" actId="26606"/>
          <ac:spMkLst>
            <pc:docMk/>
            <pc:sldMk cId="2513561517" sldId="269"/>
            <ac:spMk id="2" creationId="{0F2C98A5-0FAA-F38D-5A26-6D7A7B17A27A}"/>
          </ac:spMkLst>
        </pc:spChg>
        <pc:spChg chg="mod">
          <ac:chgData name="ben aaa" userId="25813bec316e2629" providerId="LiveId" clId="{6C6DF66A-B06C-412F-AF7C-97C654FBBF2D}" dt="2026-01-15T03:56:37.078" v="16" actId="26606"/>
          <ac:spMkLst>
            <pc:docMk/>
            <pc:sldMk cId="2513561517" sldId="269"/>
            <ac:spMk id="3" creationId="{E38CA325-3C0F-4333-4454-3C1B354C7FA5}"/>
          </ac:spMkLst>
        </pc:spChg>
        <pc:spChg chg="add">
          <ac:chgData name="ben aaa" userId="25813bec316e2629" providerId="LiveId" clId="{6C6DF66A-B06C-412F-AF7C-97C654FBBF2D}" dt="2026-01-15T03:56:37.078" v="16" actId="26606"/>
          <ac:spMkLst>
            <pc:docMk/>
            <pc:sldMk cId="2513561517" sldId="269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6:37.078" v="16" actId="26606"/>
          <ac:spMkLst>
            <pc:docMk/>
            <pc:sldMk cId="2513561517" sldId="269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6:37.078" v="16" actId="26606"/>
          <ac:spMkLst>
            <pc:docMk/>
            <pc:sldMk cId="2513561517" sldId="269"/>
            <ac:spMk id="12" creationId="{7F488E8B-4E1E-4402-8935-D4E6C02615C7}"/>
          </ac:spMkLst>
        </pc:spChg>
        <pc:cxnChg chg="add">
          <ac:chgData name="ben aaa" userId="25813bec316e2629" providerId="LiveId" clId="{6C6DF66A-B06C-412F-AF7C-97C654FBBF2D}" dt="2026-01-15T03:56:37.078" v="16" actId="26606"/>
          <ac:cxnSpMkLst>
            <pc:docMk/>
            <pc:sldMk cId="2513561517" sldId="269"/>
            <ac:cxnSpMk id="14" creationId="{23AAC9B5-8015-485C-ACF9-A750390E9A56}"/>
          </ac:cxnSpMkLst>
        </pc:cxn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2675723389" sldId="270"/>
        </pc:sldMkLst>
        <pc:spChg chg="mod">
          <ac:chgData name="ben aaa" userId="25813bec316e2629" providerId="LiveId" clId="{6C6DF66A-B06C-412F-AF7C-97C654FBBF2D}" dt="2026-01-15T03:55:57.048" v="10" actId="26606"/>
          <ac:spMkLst>
            <pc:docMk/>
            <pc:sldMk cId="2675723389" sldId="270"/>
            <ac:spMk id="2" creationId="{A895CDEF-7451-CD67-E6C7-C0BF6763F721}"/>
          </ac:spMkLst>
        </pc:spChg>
        <pc:spChg chg="add">
          <ac:chgData name="ben aaa" userId="25813bec316e2629" providerId="LiveId" clId="{6C6DF66A-B06C-412F-AF7C-97C654FBBF2D}" dt="2026-01-15T03:55:57.048" v="10" actId="26606"/>
          <ac:spMkLst>
            <pc:docMk/>
            <pc:sldMk cId="2675723389" sldId="270"/>
            <ac:spMk id="8" creationId="{9B7AD9F6-8CE7-4299-8FC6-328F4DCD3FF9}"/>
          </ac:spMkLst>
        </pc:spChg>
        <pc:spChg chg="add">
          <ac:chgData name="ben aaa" userId="25813bec316e2629" providerId="LiveId" clId="{6C6DF66A-B06C-412F-AF7C-97C654FBBF2D}" dt="2026-01-15T03:55:57.048" v="10" actId="26606"/>
          <ac:spMkLst>
            <pc:docMk/>
            <pc:sldMk cId="2675723389" sldId="270"/>
            <ac:spMk id="10" creationId="{F49775AF-8896-43EE-92C6-83497D6DC56F}"/>
          </ac:spMkLst>
        </pc:spChg>
        <pc:picChg chg="add">
          <ac:chgData name="ben aaa" userId="25813bec316e2629" providerId="LiveId" clId="{6C6DF66A-B06C-412F-AF7C-97C654FBBF2D}" dt="2026-01-15T03:55:57.048" v="10" actId="26606"/>
          <ac:picMkLst>
            <pc:docMk/>
            <pc:sldMk cId="2675723389" sldId="270"/>
            <ac:picMk id="4" creationId="{7CD6DF66-1902-62EB-2079-518C0778F8CB}"/>
          </ac:picMkLst>
        </pc:pic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214769163" sldId="271"/>
        </pc:sldMkLst>
        <pc:spChg chg="mod">
          <ac:chgData name="ben aaa" userId="25813bec316e2629" providerId="LiveId" clId="{6C6DF66A-B06C-412F-AF7C-97C654FBBF2D}" dt="2026-01-15T03:56:42.295" v="17" actId="26606"/>
          <ac:spMkLst>
            <pc:docMk/>
            <pc:sldMk cId="214769163" sldId="271"/>
            <ac:spMk id="2" creationId="{00D3358D-4A99-E5E1-BCE4-046102AF60E7}"/>
          </ac:spMkLst>
        </pc:spChg>
        <pc:spChg chg="mod">
          <ac:chgData name="ben aaa" userId="25813bec316e2629" providerId="LiveId" clId="{6C6DF66A-B06C-412F-AF7C-97C654FBBF2D}" dt="2026-01-15T03:56:42.295" v="17" actId="26606"/>
          <ac:spMkLst>
            <pc:docMk/>
            <pc:sldMk cId="214769163" sldId="271"/>
            <ac:spMk id="3" creationId="{C92902CB-842E-DDDC-618E-698785656618}"/>
          </ac:spMkLst>
        </pc:spChg>
        <pc:spChg chg="add">
          <ac:chgData name="ben aaa" userId="25813bec316e2629" providerId="LiveId" clId="{6C6DF66A-B06C-412F-AF7C-97C654FBBF2D}" dt="2026-01-15T03:56:42.295" v="17" actId="26606"/>
          <ac:spMkLst>
            <pc:docMk/>
            <pc:sldMk cId="214769163" sldId="271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6:42.295" v="17" actId="26606"/>
          <ac:spMkLst>
            <pc:docMk/>
            <pc:sldMk cId="214769163" sldId="271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6:42.295" v="17" actId="26606"/>
          <ac:spMkLst>
            <pc:docMk/>
            <pc:sldMk cId="214769163" sldId="271"/>
            <ac:spMk id="12" creationId="{7F488E8B-4E1E-4402-8935-D4E6C02615C7}"/>
          </ac:spMkLst>
        </pc:spChg>
        <pc:cxnChg chg="add">
          <ac:chgData name="ben aaa" userId="25813bec316e2629" providerId="LiveId" clId="{6C6DF66A-B06C-412F-AF7C-97C654FBBF2D}" dt="2026-01-15T03:56:42.295" v="17" actId="26606"/>
          <ac:cxnSpMkLst>
            <pc:docMk/>
            <pc:sldMk cId="214769163" sldId="271"/>
            <ac:cxnSpMk id="14" creationId="{23AAC9B5-8015-485C-ACF9-A750390E9A56}"/>
          </ac:cxnSpMkLst>
        </pc:cxnChg>
      </pc:sldChg>
      <pc:sldChg chg="addSp delSp modSp mod modTransition setBg">
        <pc:chgData name="ben aaa" userId="25813bec316e2629" providerId="LiveId" clId="{6C6DF66A-B06C-412F-AF7C-97C654FBBF2D}" dt="2026-01-15T03:57:16.490" v="24"/>
        <pc:sldMkLst>
          <pc:docMk/>
          <pc:sldMk cId="1900009724" sldId="272"/>
        </pc:sldMkLst>
        <pc:spChg chg="mod">
          <ac:chgData name="ben aaa" userId="25813bec316e2629" providerId="LiveId" clId="{6C6DF66A-B06C-412F-AF7C-97C654FBBF2D}" dt="2026-01-15T03:56:54.902" v="22" actId="26606"/>
          <ac:spMkLst>
            <pc:docMk/>
            <pc:sldMk cId="1900009724" sldId="272"/>
            <ac:spMk id="2" creationId="{214A722E-F466-72D5-F194-9B906068D012}"/>
          </ac:spMkLst>
        </pc:spChg>
        <pc:spChg chg="add del mod">
          <ac:chgData name="ben aaa" userId="25813bec316e2629" providerId="LiveId" clId="{6C6DF66A-B06C-412F-AF7C-97C654FBBF2D}" dt="2026-01-15T03:56:54.902" v="22" actId="26606"/>
          <ac:spMkLst>
            <pc:docMk/>
            <pc:sldMk cId="1900009724" sldId="272"/>
            <ac:spMk id="3" creationId="{03700152-6EB0-0357-F63B-BDA2E01908BE}"/>
          </ac:spMkLst>
        </pc:spChg>
        <pc:spChg chg="add del">
          <ac:chgData name="ben aaa" userId="25813bec316e2629" providerId="LiveId" clId="{6C6DF66A-B06C-412F-AF7C-97C654FBBF2D}" dt="2026-01-15T03:56:48.132" v="19" actId="26606"/>
          <ac:spMkLst>
            <pc:docMk/>
            <pc:sldMk cId="1900009724" sldId="272"/>
            <ac:spMk id="8" creationId="{081EA652-8C6A-4E69-BEB9-170809474553}"/>
          </ac:spMkLst>
        </pc:spChg>
        <pc:spChg chg="add del">
          <ac:chgData name="ben aaa" userId="25813bec316e2629" providerId="LiveId" clId="{6C6DF66A-B06C-412F-AF7C-97C654FBBF2D}" dt="2026-01-15T03:56:54.886" v="21" actId="26606"/>
          <ac:spMkLst>
            <pc:docMk/>
            <pc:sldMk cId="1900009724" sldId="272"/>
            <ac:spMk id="9" creationId="{081EA652-8C6A-4E69-BEB9-170809474553}"/>
          </ac:spMkLst>
        </pc:spChg>
        <pc:spChg chg="add del">
          <ac:chgData name="ben aaa" userId="25813bec316e2629" providerId="LiveId" clId="{6C6DF66A-B06C-412F-AF7C-97C654FBBF2D}" dt="2026-01-15T03:56:48.132" v="19" actId="26606"/>
          <ac:spMkLst>
            <pc:docMk/>
            <pc:sldMk cId="1900009724" sldId="272"/>
            <ac:spMk id="10" creationId="{5298780A-33B9-4EA2-8F67-DE68AD62841B}"/>
          </ac:spMkLst>
        </pc:spChg>
        <pc:spChg chg="add del">
          <ac:chgData name="ben aaa" userId="25813bec316e2629" providerId="LiveId" clId="{6C6DF66A-B06C-412F-AF7C-97C654FBBF2D}" dt="2026-01-15T03:56:54.886" v="21" actId="26606"/>
          <ac:spMkLst>
            <pc:docMk/>
            <pc:sldMk cId="1900009724" sldId="272"/>
            <ac:spMk id="11" creationId="{5298780A-33B9-4EA2-8F67-DE68AD62841B}"/>
          </ac:spMkLst>
        </pc:spChg>
        <pc:spChg chg="add del">
          <ac:chgData name="ben aaa" userId="25813bec316e2629" providerId="LiveId" clId="{6C6DF66A-B06C-412F-AF7C-97C654FBBF2D}" dt="2026-01-15T03:56:48.132" v="19" actId="26606"/>
          <ac:spMkLst>
            <pc:docMk/>
            <pc:sldMk cId="1900009724" sldId="272"/>
            <ac:spMk id="12" creationId="{7F488E8B-4E1E-4402-8935-D4E6C02615C7}"/>
          </ac:spMkLst>
        </pc:spChg>
        <pc:spChg chg="add del">
          <ac:chgData name="ben aaa" userId="25813bec316e2629" providerId="LiveId" clId="{6C6DF66A-B06C-412F-AF7C-97C654FBBF2D}" dt="2026-01-15T03:56:54.886" v="21" actId="26606"/>
          <ac:spMkLst>
            <pc:docMk/>
            <pc:sldMk cId="1900009724" sldId="272"/>
            <ac:spMk id="13" creationId="{7F488E8B-4E1E-4402-8935-D4E6C02615C7}"/>
          </ac:spMkLst>
        </pc:spChg>
        <pc:spChg chg="add">
          <ac:chgData name="ben aaa" userId="25813bec316e2629" providerId="LiveId" clId="{6C6DF66A-B06C-412F-AF7C-97C654FBBF2D}" dt="2026-01-15T03:56:54.902" v="22" actId="26606"/>
          <ac:spMkLst>
            <pc:docMk/>
            <pc:sldMk cId="1900009724" sldId="272"/>
            <ac:spMk id="15" creationId="{081EA652-8C6A-4E69-BEB9-170809474553}"/>
          </ac:spMkLst>
        </pc:spChg>
        <pc:spChg chg="add">
          <ac:chgData name="ben aaa" userId="25813bec316e2629" providerId="LiveId" clId="{6C6DF66A-B06C-412F-AF7C-97C654FBBF2D}" dt="2026-01-15T03:56:54.902" v="22" actId="26606"/>
          <ac:spMkLst>
            <pc:docMk/>
            <pc:sldMk cId="1900009724" sldId="272"/>
            <ac:spMk id="16" creationId="{5298780A-33B9-4EA2-8F67-DE68AD62841B}"/>
          </ac:spMkLst>
        </pc:spChg>
        <pc:spChg chg="add">
          <ac:chgData name="ben aaa" userId="25813bec316e2629" providerId="LiveId" clId="{6C6DF66A-B06C-412F-AF7C-97C654FBBF2D}" dt="2026-01-15T03:56:54.902" v="22" actId="26606"/>
          <ac:spMkLst>
            <pc:docMk/>
            <pc:sldMk cId="1900009724" sldId="272"/>
            <ac:spMk id="17" creationId="{7F488E8B-4E1E-4402-8935-D4E6C02615C7}"/>
          </ac:spMkLst>
        </pc:spChg>
        <pc:spChg chg="add">
          <ac:chgData name="ben aaa" userId="25813bec316e2629" providerId="LiveId" clId="{6C6DF66A-B06C-412F-AF7C-97C654FBBF2D}" dt="2026-01-15T03:56:54.902" v="22" actId="26606"/>
          <ac:spMkLst>
            <pc:docMk/>
            <pc:sldMk cId="1900009724" sldId="272"/>
            <ac:spMk id="19" creationId="{03700152-6EB0-0357-F63B-BDA2E01908BE}"/>
          </ac:spMkLst>
        </pc:spChg>
        <pc:graphicFrameChg chg="add del">
          <ac:chgData name="ben aaa" userId="25813bec316e2629" providerId="LiveId" clId="{6C6DF66A-B06C-412F-AF7C-97C654FBBF2D}" dt="2026-01-15T03:56:54.886" v="21" actId="26606"/>
          <ac:graphicFrameMkLst>
            <pc:docMk/>
            <pc:sldMk cId="1900009724" sldId="272"/>
            <ac:graphicFrameMk id="5" creationId="{94AF8056-A70E-7188-F99F-61166CDF184B}"/>
          </ac:graphicFrameMkLst>
        </pc:graphicFrameChg>
        <pc:cxnChg chg="add del">
          <ac:chgData name="ben aaa" userId="25813bec316e2629" providerId="LiveId" clId="{6C6DF66A-B06C-412F-AF7C-97C654FBBF2D}" dt="2026-01-15T03:56:48.132" v="19" actId="26606"/>
          <ac:cxnSpMkLst>
            <pc:docMk/>
            <pc:sldMk cId="1900009724" sldId="272"/>
            <ac:cxnSpMk id="14" creationId="{23AAC9B5-8015-485C-ACF9-A750390E9A56}"/>
          </ac:cxnSpMkLst>
        </pc:cxnChg>
        <pc:cxnChg chg="add">
          <ac:chgData name="ben aaa" userId="25813bec316e2629" providerId="LiveId" clId="{6C6DF66A-B06C-412F-AF7C-97C654FBBF2D}" dt="2026-01-15T03:56:54.902" v="22" actId="26606"/>
          <ac:cxnSpMkLst>
            <pc:docMk/>
            <pc:sldMk cId="1900009724" sldId="272"/>
            <ac:cxnSpMk id="18" creationId="{23AAC9B5-8015-485C-ACF9-A750390E9A56}"/>
          </ac:cxnSpMkLst>
        </pc:cxnChg>
      </pc:sldChg>
      <pc:sldChg chg="addSp modSp mod modTransition setBg">
        <pc:chgData name="ben aaa" userId="25813bec316e2629" providerId="LiveId" clId="{6C6DF66A-B06C-412F-AF7C-97C654FBBF2D}" dt="2026-01-15T03:57:16.490" v="24"/>
        <pc:sldMkLst>
          <pc:docMk/>
          <pc:sldMk cId="4037245395" sldId="273"/>
        </pc:sldMkLst>
        <pc:spChg chg="mod">
          <ac:chgData name="ben aaa" userId="25813bec316e2629" providerId="LiveId" clId="{6C6DF66A-B06C-412F-AF7C-97C654FBBF2D}" dt="2026-01-15T03:57:02.594" v="23" actId="26606"/>
          <ac:spMkLst>
            <pc:docMk/>
            <pc:sldMk cId="4037245395" sldId="273"/>
            <ac:spMk id="2" creationId="{A93578AB-5F4B-0FD0-6B88-6562720FFFC2}"/>
          </ac:spMkLst>
        </pc:spChg>
        <pc:spChg chg="mod">
          <ac:chgData name="ben aaa" userId="25813bec316e2629" providerId="LiveId" clId="{6C6DF66A-B06C-412F-AF7C-97C654FBBF2D}" dt="2026-01-15T03:57:02.594" v="23" actId="26606"/>
          <ac:spMkLst>
            <pc:docMk/>
            <pc:sldMk cId="4037245395" sldId="273"/>
            <ac:spMk id="3" creationId="{5E583A08-9021-2842-C661-39E8DA326501}"/>
          </ac:spMkLst>
        </pc:spChg>
        <pc:spChg chg="add">
          <ac:chgData name="ben aaa" userId="25813bec316e2629" providerId="LiveId" clId="{6C6DF66A-B06C-412F-AF7C-97C654FBBF2D}" dt="2026-01-15T03:57:02.594" v="23" actId="26606"/>
          <ac:spMkLst>
            <pc:docMk/>
            <pc:sldMk cId="4037245395" sldId="273"/>
            <ac:spMk id="8" creationId="{081EA652-8C6A-4E69-BEB9-170809474553}"/>
          </ac:spMkLst>
        </pc:spChg>
        <pc:spChg chg="add">
          <ac:chgData name="ben aaa" userId="25813bec316e2629" providerId="LiveId" clId="{6C6DF66A-B06C-412F-AF7C-97C654FBBF2D}" dt="2026-01-15T03:57:02.594" v="23" actId="26606"/>
          <ac:spMkLst>
            <pc:docMk/>
            <pc:sldMk cId="4037245395" sldId="273"/>
            <ac:spMk id="10" creationId="{5298780A-33B9-4EA2-8F67-DE68AD62841B}"/>
          </ac:spMkLst>
        </pc:spChg>
        <pc:spChg chg="add">
          <ac:chgData name="ben aaa" userId="25813bec316e2629" providerId="LiveId" clId="{6C6DF66A-B06C-412F-AF7C-97C654FBBF2D}" dt="2026-01-15T03:57:02.594" v="23" actId="26606"/>
          <ac:spMkLst>
            <pc:docMk/>
            <pc:sldMk cId="4037245395" sldId="273"/>
            <ac:spMk id="12" creationId="{7F488E8B-4E1E-4402-8935-D4E6C02615C7}"/>
          </ac:spMkLst>
        </pc:spChg>
        <pc:cxnChg chg="add">
          <ac:chgData name="ben aaa" userId="25813bec316e2629" providerId="LiveId" clId="{6C6DF66A-B06C-412F-AF7C-97C654FBBF2D}" dt="2026-01-15T03:57:02.594" v="23" actId="26606"/>
          <ac:cxnSpMkLst>
            <pc:docMk/>
            <pc:sldMk cId="4037245395" sldId="273"/>
            <ac:cxnSpMk id="14" creationId="{23AAC9B5-8015-485C-ACF9-A750390E9A5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12ABC-A422-9A8D-C0AE-4093C7F09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BA4CE-DED0-F5F9-134F-2571BED1F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D7DCE-E829-A74A-972F-CC91C064E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80EF-9E4F-407F-A966-7489993B0079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07AA-3735-44D0-113C-603C1CB1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69D7-0A4A-77B7-1E2D-B2BEFDCD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11E7-BBF5-4E4E-BDE1-4AA31F742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998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8900-7924-F187-237B-B50E0770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26A17-C533-6462-6DCC-7A04F1DC6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A9DD3-1749-A331-33B7-75287B16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80EF-9E4F-407F-A966-7489993B0079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1F125-945D-41E4-859C-096EA4FD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50AC0-EE3C-17C5-D3AC-54F7B2B8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11E7-BBF5-4E4E-BDE1-4AA31F742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832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C93C1-3FD0-E8B4-EA17-35FC0922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6855A-93D2-5049-9AC5-A49B14FF5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AA601-FA27-A460-315B-3FE1FC68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80EF-9E4F-407F-A966-7489993B0079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5501D-2FA3-AFE2-3225-7FF87962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5400C-3D85-F71A-F548-53AAE692E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11E7-BBF5-4E4E-BDE1-4AA31F742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308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23C66-7E1E-46EB-ED4F-7228E594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09610-0E2D-7139-227B-63E9D9F03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41EB0-5FD4-B852-4008-F96997848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FA6E2-9E5F-C41D-DEF9-651BD7DFB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80EF-9E4F-407F-A966-7489993B0079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BDDAE-9A69-7C05-1EBE-E7D114F9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9BB00-6409-4E0A-E9B9-B1E2EB36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11E7-BBF5-4E4E-BDE1-4AA31F742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75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242FD-0D07-BFD9-119E-E54B85B8C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B060B-6940-5014-D87A-772FFBBC9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EFFBB-A528-BAB1-D40B-E01560298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94A6F-BA86-0320-D215-D63A707A4B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7B8D3E-11D4-249F-0AF4-D08C5F489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819B41-1D93-1EF8-790D-0580C2D8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80EF-9E4F-407F-A966-7489993B0079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B8FD2E-BD76-EAA0-9CA0-96654D8A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2C0D5-3FC6-E58C-5783-49CA921B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11E7-BBF5-4E4E-BDE1-4AA31F742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58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5E948-B3C5-EB50-E33B-AE5E22CE7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85C2A-D038-39C7-24C2-1C2C96B5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80EF-9E4F-407F-A966-7489993B0079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A67DE4-9E49-8D0F-A464-AA44BE5F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9151A-9015-7CCF-1967-D9B6324E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11E7-BBF5-4E4E-BDE1-4AA31F742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855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43CF4-4890-4ED0-ADAA-39DC90D8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80EF-9E4F-407F-A966-7489993B0079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87C123-B43C-EA3F-E11E-D71B845E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2F902-2AFC-958B-239A-17BC6BCF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11E7-BBF5-4E4E-BDE1-4AA31F742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33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C801-C73E-C380-9D82-09461F01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97700-B0FB-8187-29DB-52102F159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35893-ED48-7927-A4CB-FEDFEE53B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11AF3-D380-ECA3-182F-F9FC05F41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80EF-9E4F-407F-A966-7489993B0079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871E1-4720-B12E-B3C2-5524C885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9BB98-B1D6-CF79-DA43-34BCED99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11E7-BBF5-4E4E-BDE1-4AA31F742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09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0434-FF60-290E-40B2-18DEE88B3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BBDB2B-0819-E310-B013-6165235A4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EB859-6BF4-18D3-B3F6-074AD28D2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DA5D5-2492-4808-BCCC-131D7DB71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80EF-9E4F-407F-A966-7489993B0079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EABF0-54FF-7945-97DF-C268535A6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58989-CCC3-CE95-194B-9B622599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11E7-BBF5-4E4E-BDE1-4AA31F742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66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A53EE-2254-FA28-C471-207B3710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7AD04A-5202-FCEA-4184-1DA46D5FC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D1ED2-C3EF-C082-39FE-F710B89F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80EF-9E4F-407F-A966-7489993B0079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7F522-78A1-7C4A-08F2-C8F1FF39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83000-F090-74A9-7889-1944D5A87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11E7-BBF5-4E4E-BDE1-4AA31F742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16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4DF0B7-A45B-1011-F85E-71FAB69DB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92FFE-6358-AFD5-7504-C2BD93504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46A39-BAC9-17B7-1021-B4DECF09C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80EF-9E4F-407F-A966-7489993B0079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7CF61-A409-883F-1F05-39A871228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49DD5-134B-AECB-0376-B41C006C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F11E7-BBF5-4E4E-BDE1-4AA31F742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59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C74AB9-414F-5D32-BA8C-57F3AD628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629C5-1209-4A43-E1C3-8A92F1F62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A1AD7-BE01-2D4A-F9F4-5E5B5EAC9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180EF-9E4F-407F-A966-7489993B0079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5AAF2-9179-076C-165F-1F1C79AC6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9FE39-A331-03D1-461F-E0F9E8E94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F11E7-BBF5-4E4E-BDE1-4AA31F7426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613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5A80D-34B3-D3A6-1521-BE97965DA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1036674"/>
            <a:ext cx="3689096" cy="3514364"/>
          </a:xfrm>
        </p:spPr>
        <p:txBody>
          <a:bodyPr anchor="b">
            <a:normAutofit/>
          </a:bodyPr>
          <a:lstStyle/>
          <a:p>
            <a:pPr algn="r"/>
            <a:r>
              <a:rPr lang="en-GB" sz="4500" b="1"/>
              <a:t>ARRAYS AND INPUT &amp; OUTPUT STATEMENTS IN QBASIC</a:t>
            </a:r>
            <a:endParaRPr lang="en-GB" sz="45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A397E-3991-75D8-99C6-B59D52B54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2" y="4582814"/>
            <a:ext cx="3689094" cy="1312657"/>
          </a:xfrm>
        </p:spPr>
        <p:txBody>
          <a:bodyPr anchor="t">
            <a:normAutofit/>
          </a:bodyPr>
          <a:lstStyle/>
          <a:p>
            <a:pPr algn="r"/>
            <a:endParaRPr lang="en-GB" sz="2000"/>
          </a:p>
        </p:txBody>
      </p:sp>
      <p:pic>
        <p:nvPicPr>
          <p:cNvPr id="7" name="Graphic 6" descr="Table">
            <a:extLst>
              <a:ext uri="{FF2B5EF4-FFF2-40B4-BE49-F238E27FC236}">
                <a16:creationId xmlns:a16="http://schemas.microsoft.com/office/drawing/2014/main" id="{9CFDAE90-52F4-DB18-68BA-DC379DD74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8030" y="1424763"/>
            <a:ext cx="3441535" cy="344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1194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69435-AC60-7CAF-B068-E2FA8FE0C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INPUT AND OUTPUT STATEMENTS</a:t>
            </a: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424899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5702E-F5AD-6E60-59E7-2BAE1B228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5000" b="1"/>
              <a:t>Input and Output Statements</a:t>
            </a:r>
            <a:endParaRPr lang="en-GB" sz="5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7F666-3BC4-A29A-432B-85F33F40E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 lvl="0"/>
            <a:r>
              <a:rPr lang="en-GB" sz="2400"/>
              <a:t>Input statements allow users to </a:t>
            </a:r>
            <a:r>
              <a:rPr lang="en-GB" sz="2400" b="1"/>
              <a:t>enter data</a:t>
            </a:r>
            <a:r>
              <a:rPr lang="en-GB" sz="2400"/>
              <a:t> into a program.</a:t>
            </a:r>
          </a:p>
          <a:p>
            <a:pPr lvl="0"/>
            <a:r>
              <a:rPr lang="en-GB" sz="2400"/>
              <a:t>Output statements allow the program to </a:t>
            </a:r>
            <a:r>
              <a:rPr lang="en-GB" sz="2400" b="1"/>
              <a:t>display results</a:t>
            </a:r>
            <a:r>
              <a:rPr lang="en-GB" sz="2400"/>
              <a:t>.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7102491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30B26-9E4C-3352-4A3A-30B48F851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C2DFD3-B492-F04C-ECDB-69E05BAD3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4600" b="1"/>
              <a:t>INPUT Statement</a:t>
            </a:r>
            <a:endParaRPr lang="en-GB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0424-EC50-3C3C-2FB6-5876B4069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The INPUT statement is used to receive data from the user.</a:t>
            </a:r>
          </a:p>
          <a:p>
            <a:pPr marL="0" indent="0">
              <a:buNone/>
            </a:pPr>
            <a:r>
              <a:rPr lang="en-GB" sz="2400" b="1"/>
              <a:t>Syntax: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INPUT variable</a:t>
            </a:r>
          </a:p>
          <a:p>
            <a:pPr marL="0" indent="0">
              <a:buNone/>
            </a:pPr>
            <a:r>
              <a:rPr lang="en-GB" sz="2400" b="1"/>
              <a:t>Example: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INPUT age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6633324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9D2AB-F5AB-15E2-54AD-32993C3B8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C271F-39A6-67BF-8FAB-839CFFBF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7200" b="1"/>
              <a:t>INPUT with Prompt</a:t>
            </a:r>
            <a:endParaRPr lang="en-GB" sz="7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D579E-2448-AFB8-9B3E-3B6FD1CF2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400"/>
              <a:t>A prompt message can guide the user.</a:t>
            </a:r>
          </a:p>
          <a:p>
            <a:pPr marL="0" indent="0">
              <a:buNone/>
            </a:pPr>
            <a:r>
              <a:rPr lang="en-GB" sz="2400" b="1"/>
              <a:t>Syntax: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INPUT "Message"; variable</a:t>
            </a:r>
          </a:p>
          <a:p>
            <a:pPr marL="0" indent="0">
              <a:buNone/>
            </a:pPr>
            <a:r>
              <a:rPr lang="en-GB" sz="2400" b="1"/>
              <a:t>Example: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INPUT "Enter your age: "; age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2861490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A550E-3A77-7291-2F0C-0C13960D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05F52-37C5-6727-A072-63124B35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7200" b="1"/>
              <a:t>PRINT Statement</a:t>
            </a:r>
            <a:endParaRPr lang="en-GB" sz="7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285EE-46FA-2F17-5361-EEED71B8F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400"/>
              <a:t>The PRINT statement displays output on the screen.</a:t>
            </a:r>
          </a:p>
          <a:p>
            <a:pPr marL="0" indent="0">
              <a:buNone/>
            </a:pPr>
            <a:r>
              <a:rPr lang="en-GB" sz="2400" b="1"/>
              <a:t>Syntax: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PRINT expression</a:t>
            </a:r>
          </a:p>
          <a:p>
            <a:pPr marL="0" indent="0">
              <a:buNone/>
            </a:pPr>
            <a:r>
              <a:rPr lang="en-GB" sz="2400" b="1"/>
              <a:t>Examples: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PRINT "Welcome to QBASIC"</a:t>
            </a:r>
          </a:p>
          <a:p>
            <a:pPr marL="0" indent="0">
              <a:buNone/>
            </a:pPr>
            <a:r>
              <a:rPr lang="en-GB" sz="2400"/>
              <a:t>PRINT total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334491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EC08F-A0A6-4208-A38A-B8CC0B732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CD28C-74D0-1D7F-510A-51C656D7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4600" b="1"/>
              <a:t>Formatting Output</a:t>
            </a:r>
            <a:endParaRPr lang="en-GB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6203E-0E2B-9E20-2C39-0BFB61C97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lvl="0"/>
            <a:r>
              <a:rPr lang="en-GB" sz="2400"/>
              <a:t>; keeps output on the same line</a:t>
            </a:r>
          </a:p>
          <a:p>
            <a:pPr lvl="0"/>
            <a:r>
              <a:rPr lang="en-GB" sz="2400"/>
              <a:t>, moves output to the next print zone</a:t>
            </a:r>
          </a:p>
          <a:p>
            <a:pPr lvl="0"/>
            <a:r>
              <a:rPr lang="en-GB" sz="2400"/>
              <a:t>TAB(n) moves output to a specific position</a:t>
            </a:r>
          </a:p>
          <a:p>
            <a:pPr marL="0" indent="0">
              <a:buNone/>
            </a:pPr>
            <a:r>
              <a:rPr lang="en-GB" sz="2400" b="1"/>
              <a:t>Example:</a:t>
            </a:r>
            <a:endParaRPr lang="en-GB" sz="2400"/>
          </a:p>
          <a:p>
            <a:r>
              <a:rPr lang="en-GB" sz="2400"/>
              <a:t>PRINT "Name: "; name</a:t>
            </a:r>
          </a:p>
          <a:p>
            <a:r>
              <a:rPr lang="en-GB" sz="2400"/>
              <a:t>PRINT TAB(10); "Score: "; score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79910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AC463-E794-4C65-ADE6-F4AC2C890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9F4A5-E3FE-4B15-64AA-5CD8CB1A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4600" b="1"/>
              <a:t>CLS Statement</a:t>
            </a:r>
            <a:endParaRPr lang="en-GB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B1DE9-36C7-5518-59B8-3C424356E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GB" sz="2400"/>
              <a:t>CLS clears the screen before displaying output.</a:t>
            </a:r>
          </a:p>
          <a:p>
            <a:pPr marL="0" indent="0">
              <a:buNone/>
            </a:pPr>
            <a:r>
              <a:rPr lang="en-GB" sz="2400" b="1"/>
              <a:t>Example: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CLS</a:t>
            </a:r>
          </a:p>
          <a:p>
            <a:pPr marL="0" indent="0">
              <a:buNone/>
            </a:pPr>
            <a:r>
              <a:rPr lang="en-GB" sz="2400"/>
              <a:t>PRINT "Program Started"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3106609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95CDEF-7451-CD67-E6C7-C0BF6763F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/>
              <a:t>ARRAYS</a:t>
            </a:r>
            <a:endParaRPr lang="en-US" sz="5400"/>
          </a:p>
        </p:txBody>
      </p:sp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Vibrant multicolor checkered floor design">
            <a:extLst>
              <a:ext uri="{FF2B5EF4-FFF2-40B4-BE49-F238E27FC236}">
                <a16:creationId xmlns:a16="http://schemas.microsoft.com/office/drawing/2014/main" id="{7CD6DF66-1902-62EB-2079-518C0778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60" r="16136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57233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9504B-ECB6-7F02-3C9A-83C615D4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59698-3F39-8F51-423F-85D48FE2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4100" b="1"/>
              <a:t>Introduction to Arrays</a:t>
            </a:r>
            <a:endParaRPr lang="en-GB" sz="41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5BA18-F21A-99B4-E7E0-A01946CAF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lvl="0"/>
            <a:r>
              <a:rPr lang="en-GB" sz="2400"/>
              <a:t>An </a:t>
            </a:r>
            <a:r>
              <a:rPr lang="en-GB" sz="2400" b="1"/>
              <a:t>array</a:t>
            </a:r>
            <a:r>
              <a:rPr lang="en-GB" sz="2400"/>
              <a:t> is a collection of values stored under </a:t>
            </a:r>
            <a:r>
              <a:rPr lang="en-GB" sz="2400" b="1"/>
              <a:t>one variable name</a:t>
            </a:r>
            <a:r>
              <a:rPr lang="en-GB" sz="2400"/>
              <a:t>.</a:t>
            </a:r>
          </a:p>
          <a:p>
            <a:pPr lvl="0"/>
            <a:r>
              <a:rPr lang="en-GB" sz="2400"/>
              <a:t>Each value is accessed using an </a:t>
            </a:r>
            <a:r>
              <a:rPr lang="en-GB" sz="2400" b="1"/>
              <a:t>index (position number)</a:t>
            </a:r>
            <a:r>
              <a:rPr lang="en-GB" sz="2400"/>
              <a:t>.</a:t>
            </a:r>
          </a:p>
          <a:p>
            <a:pPr lvl="0"/>
            <a:r>
              <a:rPr lang="en-GB" sz="2400"/>
              <a:t>Arrays help store </a:t>
            </a:r>
            <a:r>
              <a:rPr lang="en-GB" sz="2400" b="1"/>
              <a:t>multiple related data items</a:t>
            </a:r>
            <a:r>
              <a:rPr lang="en-GB" sz="2400"/>
              <a:t>.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8175408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79F34-870F-86A7-9C7C-8127A8C47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CD59E-2CF7-E320-5B0C-E2AB695AC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6600" b="1"/>
              <a:t>Why Use Arrays?</a:t>
            </a:r>
            <a:endParaRPr lang="en-GB" sz="6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4DE1E-36E7-83E4-524B-572676D5D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lvl="0"/>
            <a:r>
              <a:rPr lang="en-GB" sz="2200"/>
              <a:t>Store many values of the same type</a:t>
            </a:r>
          </a:p>
          <a:p>
            <a:pPr lvl="0"/>
            <a:r>
              <a:rPr lang="en-GB" sz="2200"/>
              <a:t>Reduce the number of variables</a:t>
            </a:r>
          </a:p>
          <a:p>
            <a:pPr lvl="0"/>
            <a:r>
              <a:rPr lang="en-GB" sz="2200"/>
              <a:t>Make programs simpler and organized</a:t>
            </a:r>
          </a:p>
          <a:p>
            <a:pPr marL="0" indent="0">
              <a:buNone/>
            </a:pPr>
            <a:r>
              <a:rPr lang="en-GB" sz="2200" b="1"/>
              <a:t>Example Without Array:</a:t>
            </a:r>
            <a:endParaRPr lang="en-GB" sz="2200"/>
          </a:p>
          <a:p>
            <a:pPr marL="0" indent="0">
              <a:buNone/>
            </a:pPr>
            <a:r>
              <a:rPr lang="en-GB" sz="2200"/>
              <a:t>score1, score2, score3</a:t>
            </a:r>
          </a:p>
          <a:p>
            <a:pPr marL="0" indent="0">
              <a:buNone/>
            </a:pPr>
            <a:r>
              <a:rPr lang="en-GB" sz="2200" b="1"/>
              <a:t>With Array:</a:t>
            </a:r>
            <a:endParaRPr lang="en-GB" sz="2200"/>
          </a:p>
          <a:p>
            <a:pPr marL="0" indent="0">
              <a:buNone/>
            </a:pPr>
            <a:r>
              <a:rPr lang="en-GB" sz="2200"/>
              <a:t>score(3)</a:t>
            </a:r>
          </a:p>
        </p:txBody>
      </p:sp>
    </p:spTree>
    <p:extLst>
      <p:ext uri="{BB962C8B-B14F-4D97-AF65-F5344CB8AC3E}">
        <p14:creationId xmlns:p14="http://schemas.microsoft.com/office/powerpoint/2010/main" val="288747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67649-7539-9C9F-B25F-582F9614C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40247B-E49D-5164-7472-ECB18859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5100" b="1"/>
              <a:t>Declaring an Array</a:t>
            </a:r>
            <a:endParaRPr lang="en-GB" sz="51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E8500-AB2F-1513-6895-AEDD0E4CF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Arrays are declared using the DIM statement.</a:t>
            </a:r>
          </a:p>
          <a:p>
            <a:pPr marL="0" indent="0">
              <a:buNone/>
            </a:pPr>
            <a:r>
              <a:rPr lang="en-GB" sz="2400" b="1"/>
              <a:t>Syntax: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DIM arrayName(size)</a:t>
            </a:r>
          </a:p>
          <a:p>
            <a:pPr marL="0" indent="0">
              <a:buNone/>
            </a:pPr>
            <a:r>
              <a:rPr lang="en-GB" sz="2400" b="1"/>
              <a:t>Example: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DIM score(5)</a:t>
            </a:r>
          </a:p>
          <a:p>
            <a:pPr marL="0" indent="0">
              <a:buNone/>
            </a:pPr>
            <a:r>
              <a:rPr lang="en-GB" sz="2400"/>
              <a:t>This creates space for </a:t>
            </a:r>
            <a:r>
              <a:rPr lang="en-GB" sz="2400" b="1"/>
              <a:t>6 values (0 to 5)</a:t>
            </a:r>
            <a:r>
              <a:rPr lang="en-GB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72636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A0335-726D-2336-39D8-CDE48E9C6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E2261-C59F-FDA9-0163-DDD1D675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4100" b="1"/>
              <a:t>One-Dimensional Array</a:t>
            </a:r>
            <a:endParaRPr lang="en-GB" sz="41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835A0-B691-4D1F-0E44-C5C608D61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A one-dimensional array stores values in a list.</a:t>
            </a:r>
          </a:p>
          <a:p>
            <a:pPr marL="0" indent="0">
              <a:buNone/>
            </a:pPr>
            <a:r>
              <a:rPr lang="en-GB" sz="2400" b="1"/>
              <a:t>Example: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DIM marks(3)</a:t>
            </a:r>
          </a:p>
          <a:p>
            <a:pPr marL="0" indent="0">
              <a:buNone/>
            </a:pPr>
            <a:r>
              <a:rPr lang="en-GB" sz="2400"/>
              <a:t>marks(0) = 60</a:t>
            </a:r>
          </a:p>
          <a:p>
            <a:pPr marL="0" indent="0">
              <a:buNone/>
            </a:pPr>
            <a:r>
              <a:rPr lang="en-GB" sz="2400"/>
              <a:t>marks(1) = 70</a:t>
            </a:r>
          </a:p>
          <a:p>
            <a:pPr marL="0" indent="0">
              <a:buNone/>
            </a:pPr>
            <a:r>
              <a:rPr lang="en-GB" sz="2400"/>
              <a:t>marks(2) = 80</a:t>
            </a:r>
          </a:p>
          <a:p>
            <a:pPr marL="0" indent="0">
              <a:buNone/>
            </a:pPr>
            <a:r>
              <a:rPr lang="en-GB" sz="2400"/>
              <a:t>marks(3) = 90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3692123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10FE63-0668-E064-BD3D-45023845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7167C-E56A-5F72-35C5-E946DBE4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6600" b="1"/>
              <a:t>Using INPUT with Arrays</a:t>
            </a:r>
            <a:endParaRPr lang="en-GB" sz="6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511DF-D18D-070B-6E47-E5E38CE30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/>
              <a:t>You can input values into an array using a loop.</a:t>
            </a:r>
          </a:p>
          <a:p>
            <a:pPr marL="0" indent="0">
              <a:buNone/>
            </a:pPr>
            <a:r>
              <a:rPr lang="en-GB" sz="2400" b="1"/>
              <a:t>Example:</a:t>
            </a:r>
            <a:endParaRPr lang="en-GB" sz="2400"/>
          </a:p>
          <a:p>
            <a:pPr marL="0" indent="0">
              <a:buNone/>
            </a:pPr>
            <a:r>
              <a:rPr lang="en-GB" sz="2400"/>
              <a:t>DIM score(4)</a:t>
            </a:r>
          </a:p>
          <a:p>
            <a:pPr marL="0" indent="0">
              <a:buNone/>
            </a:pPr>
            <a:r>
              <a:rPr lang="en-GB" sz="2400"/>
              <a:t>FOR i = 0 TO 4</a:t>
            </a:r>
          </a:p>
          <a:p>
            <a:pPr marL="0" indent="0">
              <a:buNone/>
            </a:pPr>
            <a:r>
              <a:rPr lang="en-GB" sz="2400"/>
              <a:t>    INPUT "Enter score: "; score(i)</a:t>
            </a:r>
          </a:p>
          <a:p>
            <a:pPr marL="0" indent="0">
              <a:buNone/>
            </a:pPr>
            <a:r>
              <a:rPr lang="en-GB" sz="2400"/>
              <a:t>NEXT i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783148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DF986-034D-7B0F-17A6-C05B8BD80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2C98A5-0FAA-F38D-5A26-6D7A7B17A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4600" b="1"/>
              <a:t>Displaying Array Values</a:t>
            </a:r>
            <a:endParaRPr lang="en-GB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CA325-3C0F-4333-4454-3C1B354C7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GB" sz="2400"/>
              <a:t>Use PRINT with a loop.</a:t>
            </a:r>
          </a:p>
          <a:p>
            <a:r>
              <a:rPr lang="en-GB" sz="2400" b="1"/>
              <a:t>Example:</a:t>
            </a:r>
            <a:endParaRPr lang="en-GB" sz="2400"/>
          </a:p>
          <a:p>
            <a:r>
              <a:rPr lang="en-GB" sz="2400"/>
              <a:t>FOR i = 0 TO 4</a:t>
            </a:r>
          </a:p>
          <a:p>
            <a:r>
              <a:rPr lang="en-GB" sz="2400"/>
              <a:t>    PRINT score(i)</a:t>
            </a:r>
          </a:p>
          <a:p>
            <a:r>
              <a:rPr lang="en-GB" sz="2400"/>
              <a:t>NEXT i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5135615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3358D-4A99-E5E1-BCE4-046102AF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5100" b="1"/>
              <a:t>Simple Program Using Arrays, INPUT &amp; PRINT</a:t>
            </a:r>
            <a:endParaRPr lang="en-GB" sz="51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902CB-842E-DDDC-618E-698785656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500"/>
              <a:t>DIM age(2)</a:t>
            </a:r>
          </a:p>
          <a:p>
            <a:pPr marL="0" indent="0">
              <a:buNone/>
            </a:pPr>
            <a:r>
              <a:rPr lang="en-GB" sz="1500"/>
              <a:t>FOR i = 0 TO 2</a:t>
            </a:r>
          </a:p>
          <a:p>
            <a:pPr marL="0" indent="0">
              <a:buNone/>
            </a:pPr>
            <a:r>
              <a:rPr lang="en-GB" sz="1500"/>
              <a:t>    INPUT "Enter age: "; age(i)</a:t>
            </a:r>
          </a:p>
          <a:p>
            <a:pPr marL="0" indent="0">
              <a:buNone/>
            </a:pPr>
            <a:r>
              <a:rPr lang="en-GB" sz="1500"/>
              <a:t>NEXT i</a:t>
            </a:r>
          </a:p>
          <a:p>
            <a:pPr marL="0" indent="0">
              <a:buNone/>
            </a:pPr>
            <a:r>
              <a:rPr lang="en-GB" sz="1500"/>
              <a:t> </a:t>
            </a:r>
          </a:p>
          <a:p>
            <a:pPr marL="0" indent="0">
              <a:buNone/>
            </a:pPr>
            <a:r>
              <a:rPr lang="en-GB" sz="1500"/>
              <a:t>CLS</a:t>
            </a:r>
          </a:p>
          <a:p>
            <a:pPr marL="0" indent="0">
              <a:buNone/>
            </a:pPr>
            <a:r>
              <a:rPr lang="en-GB" sz="1500"/>
              <a:t>FOR i = 0 TO 2</a:t>
            </a:r>
          </a:p>
          <a:p>
            <a:pPr marL="0" indent="0">
              <a:buNone/>
            </a:pPr>
            <a:r>
              <a:rPr lang="en-GB" sz="1500"/>
              <a:t>    PRINT "Age "; i; ": "; age(i)</a:t>
            </a:r>
          </a:p>
          <a:p>
            <a:pPr marL="0" indent="0">
              <a:buNone/>
            </a:pPr>
            <a:r>
              <a:rPr lang="en-GB" sz="1500"/>
              <a:t>NEXT i</a:t>
            </a:r>
          </a:p>
          <a:p>
            <a:pPr marL="0" indent="0">
              <a:buNone/>
            </a:pPr>
            <a:r>
              <a:rPr lang="en-GB" sz="1500"/>
              <a:t>END</a:t>
            </a:r>
          </a:p>
          <a:p>
            <a:endParaRPr lang="en-GB" sz="1500"/>
          </a:p>
        </p:txBody>
      </p:sp>
    </p:spTree>
    <p:extLst>
      <p:ext uri="{BB962C8B-B14F-4D97-AF65-F5344CB8AC3E}">
        <p14:creationId xmlns:p14="http://schemas.microsoft.com/office/powerpoint/2010/main" val="2147691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A722E-F466-72D5-F194-9B906068D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6600" b="1"/>
              <a:t>Rules for Arrays</a:t>
            </a:r>
            <a:endParaRPr lang="en-GB" sz="66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3700152-6EB0-0357-F63B-BDA2E0190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lvl="0"/>
            <a:r>
              <a:rPr lang="en-GB" sz="2400"/>
              <a:t>Arrays must be declared before use</a:t>
            </a:r>
          </a:p>
          <a:p>
            <a:pPr lvl="0"/>
            <a:r>
              <a:rPr lang="en-GB" sz="2400"/>
              <a:t>Index starts from </a:t>
            </a:r>
            <a:r>
              <a:rPr lang="en-GB" sz="2400" b="1"/>
              <a:t>0 by default</a:t>
            </a:r>
            <a:endParaRPr lang="en-GB" sz="2400"/>
          </a:p>
          <a:p>
            <a:pPr lvl="0"/>
            <a:r>
              <a:rPr lang="en-GB" sz="2400"/>
              <a:t>All elements must be of the same data type</a:t>
            </a:r>
          </a:p>
          <a:p>
            <a:pPr lvl="0"/>
            <a:r>
              <a:rPr lang="en-GB" sz="2400"/>
              <a:t>Use loops to work with arrays efficiently</a:t>
            </a:r>
          </a:p>
          <a:p>
            <a:pPr marL="0" indent="0">
              <a:buNone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9000097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578AB-5F4B-0FD0-6B88-6562720FF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5100" b="1"/>
              <a:t>Summary</a:t>
            </a:r>
            <a:endParaRPr lang="en-GB" sz="51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83A08-9021-2842-C661-39E8DA326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 lvl="0"/>
            <a:r>
              <a:rPr lang="en-GB" sz="2400"/>
              <a:t>INPUT accepts data from users</a:t>
            </a:r>
          </a:p>
          <a:p>
            <a:pPr lvl="0"/>
            <a:r>
              <a:rPr lang="en-GB" sz="2400"/>
              <a:t>PRINT displays output</a:t>
            </a:r>
          </a:p>
          <a:p>
            <a:pPr lvl="0"/>
            <a:r>
              <a:rPr lang="en-GB" sz="2400"/>
              <a:t>Arrays store multiple values using one name</a:t>
            </a:r>
          </a:p>
          <a:p>
            <a:pPr lvl="0"/>
            <a:r>
              <a:rPr lang="en-GB" sz="2400"/>
              <a:t>DIM is used to declare arrays</a:t>
            </a:r>
          </a:p>
          <a:p>
            <a:pPr lvl="0"/>
            <a:r>
              <a:rPr lang="en-GB" sz="2400"/>
              <a:t>Arrays work best with loops</a:t>
            </a:r>
          </a:p>
        </p:txBody>
      </p:sp>
    </p:spTree>
    <p:extLst>
      <p:ext uri="{BB962C8B-B14F-4D97-AF65-F5344CB8AC3E}">
        <p14:creationId xmlns:p14="http://schemas.microsoft.com/office/powerpoint/2010/main" val="4037245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505</Words>
  <Application>Microsoft Office PowerPoint</Application>
  <PresentationFormat>Widescreen</PresentationFormat>
  <Paragraphs>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ARRAYS AND INPUT &amp; OUTPUT STATEMENTS IN QBASIC</vt:lpstr>
      <vt:lpstr>INPUT AND OUTPUT STATEMENTS</vt:lpstr>
      <vt:lpstr>Input and Output Statements</vt:lpstr>
      <vt:lpstr>INPUT Statement</vt:lpstr>
      <vt:lpstr>INPUT with Prompt</vt:lpstr>
      <vt:lpstr>PRINT Statement</vt:lpstr>
      <vt:lpstr>Formatting Output</vt:lpstr>
      <vt:lpstr>CLS Statement</vt:lpstr>
      <vt:lpstr>ARRAYS</vt:lpstr>
      <vt:lpstr>Introduction to Arrays</vt:lpstr>
      <vt:lpstr>Why Use Arrays?</vt:lpstr>
      <vt:lpstr>Declaring an Array</vt:lpstr>
      <vt:lpstr>One-Dimensional Array</vt:lpstr>
      <vt:lpstr>Using INPUT with Arrays</vt:lpstr>
      <vt:lpstr>Displaying Array Values</vt:lpstr>
      <vt:lpstr>Simple Program Using Arrays, INPUT &amp; PRINT</vt:lpstr>
      <vt:lpstr>Rules for Arrays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aaa</dc:creator>
  <cp:lastModifiedBy>ben aaa</cp:lastModifiedBy>
  <cp:revision>1</cp:revision>
  <dcterms:created xsi:type="dcterms:W3CDTF">2026-01-15T03:10:48Z</dcterms:created>
  <dcterms:modified xsi:type="dcterms:W3CDTF">2026-01-15T03:57:24Z</dcterms:modified>
</cp:coreProperties>
</file>